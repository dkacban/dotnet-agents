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262" r:id="rId5"/>
    <p:sldId id="258" r:id="rId6"/>
    <p:sldId id="278" r:id="rId7"/>
    <p:sldId id="279" r:id="rId8"/>
    <p:sldId id="280" r:id="rId9"/>
    <p:sldId id="266" r:id="rId10"/>
  </p:sldIdLst>
  <p:sldSz cx="12192000" cy="6858000"/>
  <p:notesSz cx="6858000" cy="9144000"/>
  <p:embeddedFontLst>
    <p:embeddedFont>
      <p:font typeface="Aptos Light" panose="020B0004020202020204" pitchFamily="34" charset="0"/>
      <p:regular r:id="rId13"/>
      <p:italic r:id="rId14"/>
    </p:embeddedFont>
    <p:embeddedFont>
      <p:font typeface="Prometo Light" panose="020B0604020202020204" charset="-18"/>
      <p:regular r:id="rId15"/>
      <p:italic r:id="rId16"/>
    </p:embeddedFont>
    <p:embeddedFont>
      <p:font typeface="Raleway Light" pitchFamily="2" charset="-18"/>
      <p:regular r:id="rId17"/>
      <p:italic r:id="rId18"/>
    </p:embeddedFont>
  </p:embeddedFontLst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pakers Guide" id="{27795A13-53A3-47E6-A341-D8DB6B118A66}">
          <p14:sldIdLst/>
        </p14:section>
        <p14:section name="Introduction" id="{12A5553E-9F95-4F05-914A-17165E3748DB}">
          <p14:sldIdLst>
            <p14:sldId id="262"/>
          </p14:sldIdLst>
        </p14:section>
        <p14:section name="Content" id="{00D488AD-5A18-E940-8549-58472631C3A5}">
          <p14:sldIdLst>
            <p14:sldId id="258"/>
            <p14:sldId id="278"/>
            <p14:sldId id="279"/>
            <p14:sldId id="280"/>
            <p14:sldId id="266"/>
          </p14:sldIdLst>
        </p14:section>
        <p14:section name="End" id="{EA55D9A4-5550-450F-A6F9-F33649CDDA31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AD00"/>
    <a:srgbClr val="FFEDC5"/>
    <a:srgbClr val="2C2E35"/>
    <a:srgbClr val="46AFE4"/>
    <a:srgbClr val="5D93DD"/>
    <a:srgbClr val="DB01B0"/>
    <a:srgbClr val="630B78"/>
    <a:srgbClr val="FF8484"/>
    <a:srgbClr val="A456E8"/>
    <a:srgbClr val="2C26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DA988C-F1CF-4E91-81C9-D17E884DB19A}" v="7" dt="2025-10-30T14:57:21.5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9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openxmlformats.org/officeDocument/2006/relationships/font" Target="fonts/font5.fntdata"/><Relationship Id="rId2" Type="http://schemas.openxmlformats.org/officeDocument/2006/relationships/customXml" Target="../customXml/item2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font" Target="fonts/font3.fntdata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>
            <a:extLst>
              <a:ext uri="{FF2B5EF4-FFF2-40B4-BE49-F238E27FC236}">
                <a16:creationId xmlns:a16="http://schemas.microsoft.com/office/drawing/2014/main" id="{759C1F4D-1C5B-4B9A-94DF-51834604B51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EE6BE8B9-2BDE-4730-A240-55B768E33D2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2B4123-62FB-4EA6-8374-9D69607216F1}" type="datetimeFigureOut">
              <a:rPr lang="cs-CZ" smtClean="0"/>
              <a:t>12.11.2025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06B4D516-0688-4B17-AC57-624F61D4104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27D5F8D7-DD21-4092-9D04-1D30773521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C1BF75-12D3-41DF-8F61-6B108F4F05B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271413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9AFF28-30F9-4D66-97A7-78501E5564CC}" type="datetimeFigureOut">
              <a:rPr lang="cs-CZ" smtClean="0"/>
              <a:t>12.11.2025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91DD3D-A8C7-435A-9592-7745C7B0B04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65760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7F915-CEC3-7D49-2997-48F7A96FD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BBA9EE0D-3569-FB22-90A0-56B5BF2650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550DDBA9-1B67-1550-388E-9596B05E89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E5FEE2DE-8DA2-675E-18BE-963606CF98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91DD3D-A8C7-435A-9592-7745C7B0B046}" type="slidenum">
              <a:rPr lang="cs-CZ" smtClean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06316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Relationship Id="rId9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rázek 8" descr="Obsah obrázku hák, design&#10;&#10;Popis byl vytvořen automaticky">
            <a:extLst>
              <a:ext uri="{FF2B5EF4-FFF2-40B4-BE49-F238E27FC236}">
                <a16:creationId xmlns:a16="http://schemas.microsoft.com/office/drawing/2014/main" id="{B217928E-1BCD-57AB-E15F-107279254F1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A59116E4-6F6A-4236-B205-7EBF81DEDD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2195020"/>
            <a:ext cx="5428591" cy="838233"/>
          </a:xfrm>
        </p:spPr>
        <p:txBody>
          <a:bodyPr anchor="ctr">
            <a:noAutofit/>
          </a:bodyPr>
          <a:lstStyle>
            <a:lvl1pPr algn="l">
              <a:defRPr sz="4400">
                <a:solidFill>
                  <a:schemeClr val="bg1"/>
                </a:solidFill>
                <a:latin typeface="+mj-lt"/>
                <a:cs typeface="Segoe UI Semibold" panose="020B0702040204020203" pitchFamily="34" charset="0"/>
              </a:defRPr>
            </a:lvl1pPr>
          </a:lstStyle>
          <a:p>
            <a:r>
              <a:rPr lang="en-US"/>
              <a:t>Type your </a:t>
            </a:r>
            <a:r>
              <a:rPr lang="en-US" err="1"/>
              <a:t>ti</a:t>
            </a:r>
            <a:r>
              <a:rPr lang="cs-CZ"/>
              <a:t>t</a:t>
            </a:r>
            <a:r>
              <a:rPr lang="en-US"/>
              <a:t>le here</a:t>
            </a:r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CD1CE4D-5AA3-4F8D-BB4D-E04B1498F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16" name="Zástupný text 13">
            <a:extLst>
              <a:ext uri="{FF2B5EF4-FFF2-40B4-BE49-F238E27FC236}">
                <a16:creationId xmlns:a16="http://schemas.microsoft.com/office/drawing/2014/main" id="{845418B6-3F48-4BB3-95CD-B33ACDC2F1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1375" y="4764898"/>
            <a:ext cx="5425313" cy="488140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rgbClr val="FDAD00"/>
                </a:solidFill>
                <a:latin typeface="+mj-lt"/>
              </a:defRPr>
            </a:lvl1pPr>
          </a:lstStyle>
          <a:p>
            <a:pPr lvl="0"/>
            <a:r>
              <a:rPr lang="cs-CZ"/>
              <a:t>Name</a:t>
            </a:r>
          </a:p>
        </p:txBody>
      </p:sp>
      <p:sp>
        <p:nvSpPr>
          <p:cNvPr id="13" name="Zástupný text 11">
            <a:extLst>
              <a:ext uri="{FF2B5EF4-FFF2-40B4-BE49-F238E27FC236}">
                <a16:creationId xmlns:a16="http://schemas.microsoft.com/office/drawing/2014/main" id="{966569C8-862A-4685-AF99-952DCD94AD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5334226"/>
            <a:ext cx="5425313" cy="838233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E2774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Job title, Company</a:t>
            </a:r>
            <a:endParaRPr lang="cs-CZ"/>
          </a:p>
        </p:txBody>
      </p:sp>
      <p:sp>
        <p:nvSpPr>
          <p:cNvPr id="11" name="Zástupný text 10">
            <a:extLst>
              <a:ext uri="{FF2B5EF4-FFF2-40B4-BE49-F238E27FC236}">
                <a16:creationId xmlns:a16="http://schemas.microsoft.com/office/drawing/2014/main" id="{AD69D3F0-602C-E074-5180-B4AF8F42B79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8200" y="3187875"/>
            <a:ext cx="5429250" cy="711200"/>
          </a:xfrm>
          <a:noFill/>
          <a:ln>
            <a:noFill/>
          </a:ln>
        </p:spPr>
        <p:txBody>
          <a:bodyPr/>
          <a:lstStyle>
            <a:lvl1pPr marL="0" indent="0">
              <a:buNone/>
              <a:defRPr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cs-CZ" err="1"/>
              <a:t>Lorem</a:t>
            </a:r>
            <a:r>
              <a:rPr lang="cs-CZ"/>
              <a:t> </a:t>
            </a:r>
            <a:r>
              <a:rPr lang="cs-CZ" err="1"/>
              <a:t>Ipsum</a:t>
            </a:r>
            <a:endParaRPr lang="cs-CZ"/>
          </a:p>
        </p:txBody>
      </p:sp>
      <p:pic>
        <p:nvPicPr>
          <p:cNvPr id="6" name="Obrázek 5" descr="Obsah obrázku Písmo, text, Grafika, logo&#10;&#10;Obsah generovaný pomocí AI může být nesprávný.">
            <a:extLst>
              <a:ext uri="{FF2B5EF4-FFF2-40B4-BE49-F238E27FC236}">
                <a16:creationId xmlns:a16="http://schemas.microsoft.com/office/drawing/2014/main" id="{0093702B-626F-EAF1-1B91-2B226ECA6D7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488" y="961323"/>
            <a:ext cx="3183742" cy="59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1911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-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Obrázek 11" descr="Obsah obrázku mrakodrap, budova, mlha&#10;&#10;Popis byl vytvořen automaticky">
            <a:extLst>
              <a:ext uri="{FF2B5EF4-FFF2-40B4-BE49-F238E27FC236}">
                <a16:creationId xmlns:a16="http://schemas.microsoft.com/office/drawing/2014/main" id="{DF27DB7E-159D-BF57-82CE-D268F4CBB37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4B64A33A-BCE6-454E-A148-C2BC6C5F59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numCol="1"/>
          <a:lstStyle>
            <a:lvl1pPr algn="ctr">
              <a:defRPr>
                <a:solidFill>
                  <a:schemeClr val="tx1"/>
                </a:solidFill>
                <a:latin typeface="+mj-lt"/>
                <a:cs typeface="Segoe UI Semibold" panose="020B0702040204020203" pitchFamily="34" charset="0"/>
              </a:defRPr>
            </a:lvl1pPr>
          </a:lstStyle>
          <a:p>
            <a:r>
              <a:rPr lang="en-US"/>
              <a:t>Title</a:t>
            </a:r>
            <a:endParaRPr lang="cs-CZ"/>
          </a:p>
        </p:txBody>
      </p:sp>
      <p:sp>
        <p:nvSpPr>
          <p:cNvPr id="3" name="Zástupný symbol pro datum 1">
            <a:extLst>
              <a:ext uri="{FF2B5EF4-FFF2-40B4-BE49-F238E27FC236}">
                <a16:creationId xmlns:a16="http://schemas.microsoft.com/office/drawing/2014/main" id="{C3CAC533-5FD2-BB4A-6849-7EA7B648BD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8050" y="6197600"/>
            <a:ext cx="2743200" cy="365125"/>
          </a:xfrm>
        </p:spPr>
        <p:txBody>
          <a:bodyPr/>
          <a:lstStyle/>
          <a:p>
            <a:fld id="{92357268-C79A-4225-9F2D-63360B661E37}" type="datetimeFigureOut">
              <a:rPr lang="cs-CZ" smtClean="0"/>
              <a:t>12.11.2025</a:t>
            </a:fld>
            <a:endParaRPr lang="cs-CZ"/>
          </a:p>
        </p:txBody>
      </p:sp>
      <p:sp>
        <p:nvSpPr>
          <p:cNvPr id="8" name="Zástupný symbol pro zápatí 2">
            <a:extLst>
              <a:ext uri="{FF2B5EF4-FFF2-40B4-BE49-F238E27FC236}">
                <a16:creationId xmlns:a16="http://schemas.microsoft.com/office/drawing/2014/main" id="{270FF8D9-8840-98F0-F351-4DA76880F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8450" y="6197600"/>
            <a:ext cx="4114800" cy="365125"/>
          </a:xfrm>
        </p:spPr>
        <p:txBody>
          <a:bodyPr/>
          <a:lstStyle/>
          <a:p>
            <a:endParaRPr lang="cs-CZ"/>
          </a:p>
        </p:txBody>
      </p:sp>
      <p:sp>
        <p:nvSpPr>
          <p:cNvPr id="6" name="Zástupný text 5">
            <a:extLst>
              <a:ext uri="{FF2B5EF4-FFF2-40B4-BE49-F238E27FC236}">
                <a16:creationId xmlns:a16="http://schemas.microsoft.com/office/drawing/2014/main" id="{2D3F1DB4-97D2-592E-66A0-ED7D5F9C596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199" y="1887538"/>
            <a:ext cx="10515600" cy="3954462"/>
          </a:xfrm>
        </p:spPr>
        <p:txBody>
          <a:bodyPr/>
          <a:lstStyle>
            <a:lvl1pPr>
              <a:buClr>
                <a:srgbClr val="FDAD00"/>
              </a:buClr>
              <a:defRPr>
                <a:latin typeface="+mn-lt"/>
              </a:defRPr>
            </a:lvl1pPr>
          </a:lstStyle>
          <a:p>
            <a:pPr lvl="0"/>
            <a:r>
              <a:rPr lang="cs-CZ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929994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-or-diagram-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ázek 7" descr="Obsah obrázku skica, bílé, design&#10;&#10;Popis byl vytvořen automaticky">
            <a:extLst>
              <a:ext uri="{FF2B5EF4-FFF2-40B4-BE49-F238E27FC236}">
                <a16:creationId xmlns:a16="http://schemas.microsoft.com/office/drawing/2014/main" id="{526EC7E6-FF2F-401E-2AD3-3890CEBA815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Zástupný symbol pro datum 1">
            <a:extLst>
              <a:ext uri="{FF2B5EF4-FFF2-40B4-BE49-F238E27FC236}">
                <a16:creationId xmlns:a16="http://schemas.microsoft.com/office/drawing/2014/main" id="{E9B5E37A-947A-22C0-1431-A92CEFAC7F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8050" y="6197600"/>
            <a:ext cx="2743200" cy="365125"/>
          </a:xfrm>
        </p:spPr>
        <p:txBody>
          <a:bodyPr/>
          <a:lstStyle/>
          <a:p>
            <a:fld id="{92357268-C79A-4225-9F2D-63360B661E37}" type="datetimeFigureOut">
              <a:rPr lang="cs-CZ" smtClean="0"/>
              <a:t>12.11.2025</a:t>
            </a:fld>
            <a:endParaRPr lang="cs-CZ"/>
          </a:p>
        </p:txBody>
      </p:sp>
      <p:sp>
        <p:nvSpPr>
          <p:cNvPr id="7" name="Zástupný symbol pro zápatí 2">
            <a:extLst>
              <a:ext uri="{FF2B5EF4-FFF2-40B4-BE49-F238E27FC236}">
                <a16:creationId xmlns:a16="http://schemas.microsoft.com/office/drawing/2014/main" id="{8EFD9B21-E695-CBBF-CA14-F26A4F13D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8450" y="6197600"/>
            <a:ext cx="4114800" cy="365125"/>
          </a:xfrm>
        </p:spPr>
        <p:txBody>
          <a:bodyPr/>
          <a:lstStyle/>
          <a:p>
            <a:endParaRPr lang="cs-CZ"/>
          </a:p>
        </p:txBody>
      </p:sp>
      <p:sp>
        <p:nvSpPr>
          <p:cNvPr id="10" name="Nadpis 1">
            <a:extLst>
              <a:ext uri="{FF2B5EF4-FFF2-40B4-BE49-F238E27FC236}">
                <a16:creationId xmlns:a16="http://schemas.microsoft.com/office/drawing/2014/main" id="{A88B239D-B7EB-C7D0-4548-2B5B5FBAF5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 numCol="1"/>
          <a:lstStyle>
            <a:lvl1pPr algn="ctr">
              <a:defRPr>
                <a:solidFill>
                  <a:srgbClr val="2C2E35"/>
                </a:solidFill>
                <a:latin typeface="+mj-lt"/>
                <a:cs typeface="Segoe UI Semibold" panose="020B0702040204020203" pitchFamily="34" charset="0"/>
              </a:defRPr>
            </a:lvl1pPr>
          </a:lstStyle>
          <a:p>
            <a:r>
              <a:rPr lang="en-US"/>
              <a:t>Title</a:t>
            </a:r>
            <a:endParaRPr lang="cs-CZ"/>
          </a:p>
        </p:txBody>
      </p:sp>
      <p:sp>
        <p:nvSpPr>
          <p:cNvPr id="12" name="Zástupný obsah 7">
            <a:extLst>
              <a:ext uri="{FF2B5EF4-FFF2-40B4-BE49-F238E27FC236}">
                <a16:creationId xmlns:a16="http://schemas.microsoft.com/office/drawing/2014/main" id="{55BBEDAF-0E04-144C-A500-9EEE91B030B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200" y="1912690"/>
            <a:ext cx="10515600" cy="3921182"/>
          </a:xfrm>
        </p:spPr>
        <p:txBody>
          <a:bodyPr>
            <a:normAutofit/>
          </a:bodyPr>
          <a:lstStyle>
            <a:lvl1pPr marL="0" indent="0">
              <a:buClr>
                <a:srgbClr val="5D93DD"/>
              </a:buClr>
              <a:buNone/>
              <a:defRPr sz="2800">
                <a:solidFill>
                  <a:srgbClr val="2C2E35"/>
                </a:solidFill>
                <a:latin typeface="+mn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Object</a:t>
            </a: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41756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-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ástupný symbol pro datum 1">
            <a:extLst>
              <a:ext uri="{FF2B5EF4-FFF2-40B4-BE49-F238E27FC236}">
                <a16:creationId xmlns:a16="http://schemas.microsoft.com/office/drawing/2014/main" id="{BE5B7837-A4FD-33FA-6CE9-DCBAFB41A8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8050" y="6197600"/>
            <a:ext cx="2743200" cy="365125"/>
          </a:xfrm>
        </p:spPr>
        <p:txBody>
          <a:bodyPr/>
          <a:lstStyle/>
          <a:p>
            <a:fld id="{92357268-C79A-4225-9F2D-63360B661E37}" type="datetimeFigureOut">
              <a:rPr lang="cs-CZ" smtClean="0"/>
              <a:t>12.11.2025</a:t>
            </a:fld>
            <a:endParaRPr lang="cs-CZ"/>
          </a:p>
        </p:txBody>
      </p:sp>
      <p:sp>
        <p:nvSpPr>
          <p:cNvPr id="6" name="Zástupný symbol pro zápatí 2">
            <a:extLst>
              <a:ext uri="{FF2B5EF4-FFF2-40B4-BE49-F238E27FC236}">
                <a16:creationId xmlns:a16="http://schemas.microsoft.com/office/drawing/2014/main" id="{DDC60AF0-00E4-3F07-6639-E5938D436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8450" y="6197600"/>
            <a:ext cx="4114800" cy="365125"/>
          </a:xfrm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77927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icture-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ástupný symbol pro datum 1">
            <a:extLst>
              <a:ext uri="{FF2B5EF4-FFF2-40B4-BE49-F238E27FC236}">
                <a16:creationId xmlns:a16="http://schemas.microsoft.com/office/drawing/2014/main" id="{B9859F0D-D970-E062-4FE9-E31D7A4B88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8050" y="6197600"/>
            <a:ext cx="2743200" cy="365125"/>
          </a:xfrm>
        </p:spPr>
        <p:txBody>
          <a:bodyPr/>
          <a:lstStyle/>
          <a:p>
            <a:fld id="{92357268-C79A-4225-9F2D-63360B661E37}" type="datetimeFigureOut">
              <a:rPr lang="cs-CZ" smtClean="0"/>
              <a:t>12.11.2025</a:t>
            </a:fld>
            <a:endParaRPr lang="cs-CZ"/>
          </a:p>
        </p:txBody>
      </p:sp>
      <p:sp>
        <p:nvSpPr>
          <p:cNvPr id="8" name="Zástupný symbol pro zápatí 2">
            <a:extLst>
              <a:ext uri="{FF2B5EF4-FFF2-40B4-BE49-F238E27FC236}">
                <a16:creationId xmlns:a16="http://schemas.microsoft.com/office/drawing/2014/main" id="{7C622EA0-FB28-E9D0-80C1-2E36FE081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8450" y="6197600"/>
            <a:ext cx="4114800" cy="365125"/>
          </a:xfrm>
        </p:spPr>
        <p:txBody>
          <a:bodyPr/>
          <a:lstStyle/>
          <a:p>
            <a:endParaRPr lang="cs-CZ"/>
          </a:p>
        </p:txBody>
      </p:sp>
      <p:sp>
        <p:nvSpPr>
          <p:cNvPr id="2" name="Zástupný text 2">
            <a:extLst>
              <a:ext uri="{FF2B5EF4-FFF2-40B4-BE49-F238E27FC236}">
                <a16:creationId xmlns:a16="http://schemas.microsoft.com/office/drawing/2014/main" id="{67335623-491D-E2B1-17CC-5590AD3263D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53606" y="3102769"/>
            <a:ext cx="5284787" cy="652462"/>
          </a:xfrm>
        </p:spPr>
        <p:txBody>
          <a:bodyPr>
            <a:normAutofit/>
          </a:bodyPr>
          <a:lstStyle>
            <a:lvl1pPr marL="0" indent="0" algn="ctr">
              <a:buNone/>
              <a:defRPr sz="4400">
                <a:ln>
                  <a:solidFill>
                    <a:schemeClr val="bg1"/>
                  </a:solidFill>
                </a:ln>
                <a:solidFill>
                  <a:srgbClr val="2C2E35"/>
                </a:solidFill>
                <a:latin typeface="+mj-lt"/>
              </a:defRPr>
            </a:lvl1pPr>
          </a:lstStyle>
          <a:p>
            <a:pPr lvl="0"/>
            <a:r>
              <a:rPr lang="cs-CZ" err="1"/>
              <a:t>Lorem</a:t>
            </a:r>
            <a:r>
              <a:rPr lang="cs-CZ"/>
              <a:t> </a:t>
            </a:r>
            <a:r>
              <a:rPr lang="cs-CZ" err="1"/>
              <a:t>Ipsum</a:t>
            </a:r>
            <a:r>
              <a:rPr lang="cs-CZ"/>
              <a:t> </a:t>
            </a:r>
            <a:r>
              <a:rPr lang="cs-CZ" err="1"/>
              <a:t>Dolor</a:t>
            </a: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52018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icture-slide">
    <p:bg>
      <p:bgPr>
        <a:solidFill>
          <a:srgbClr val="FDAD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ástupný symbol pro datum 1">
            <a:extLst>
              <a:ext uri="{FF2B5EF4-FFF2-40B4-BE49-F238E27FC236}">
                <a16:creationId xmlns:a16="http://schemas.microsoft.com/office/drawing/2014/main" id="{54CD9274-DFA2-6DDC-2F73-9C28E35B47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8050" y="6197600"/>
            <a:ext cx="2743200" cy="365125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  <a:lumOff val="50000"/>
                  </a:schemeClr>
                </a:solidFill>
              </a:defRPr>
            </a:lvl1pPr>
          </a:lstStyle>
          <a:p>
            <a:fld id="{92357268-C79A-4225-9F2D-63360B661E37}" type="datetimeFigureOut">
              <a:rPr lang="cs-CZ" smtClean="0"/>
              <a:pPr/>
              <a:t>12.11.2025</a:t>
            </a:fld>
            <a:endParaRPr lang="cs-CZ"/>
          </a:p>
        </p:txBody>
      </p:sp>
      <p:sp>
        <p:nvSpPr>
          <p:cNvPr id="7" name="Zástupný symbol pro zápatí 2">
            <a:extLst>
              <a:ext uri="{FF2B5EF4-FFF2-40B4-BE49-F238E27FC236}">
                <a16:creationId xmlns:a16="http://schemas.microsoft.com/office/drawing/2014/main" id="{9698A581-C37C-46FC-67D3-EAA89DC68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8450" y="6197600"/>
            <a:ext cx="4114800" cy="365125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81110E8D-F590-6F54-2DD5-1E7922B769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32968" y="3077368"/>
            <a:ext cx="5326063" cy="703263"/>
          </a:xfrm>
        </p:spPr>
        <p:txBody>
          <a:bodyPr>
            <a:normAutofit/>
          </a:bodyPr>
          <a:lstStyle>
            <a:lvl1pPr marL="0" indent="0" algn="ctr">
              <a:buNone/>
              <a:defRPr sz="4400" b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cs-CZ" err="1"/>
              <a:t>Lorem</a:t>
            </a:r>
            <a:r>
              <a:rPr lang="cs-CZ"/>
              <a:t> </a:t>
            </a:r>
            <a:r>
              <a:rPr lang="cs-CZ" err="1"/>
              <a:t>Ipsum</a:t>
            </a:r>
            <a:r>
              <a:rPr lang="cs-CZ"/>
              <a:t> </a:t>
            </a:r>
            <a:r>
              <a:rPr lang="cs-CZ" err="1"/>
              <a:t>Dolor</a:t>
            </a: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319967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icture-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ástupný symbol pro datum 1">
            <a:extLst>
              <a:ext uri="{FF2B5EF4-FFF2-40B4-BE49-F238E27FC236}">
                <a16:creationId xmlns:a16="http://schemas.microsoft.com/office/drawing/2014/main" id="{2D1D61FE-CF0F-B56A-5F96-C63EBEA274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8050" y="6197600"/>
            <a:ext cx="2743200" cy="365125"/>
          </a:xfrm>
        </p:spPr>
        <p:txBody>
          <a:bodyPr/>
          <a:lstStyle/>
          <a:p>
            <a:fld id="{92357268-C79A-4225-9F2D-63360B661E37}" type="datetimeFigureOut">
              <a:rPr lang="cs-CZ" smtClean="0"/>
              <a:t>12.11.2025</a:t>
            </a:fld>
            <a:endParaRPr lang="cs-CZ"/>
          </a:p>
        </p:txBody>
      </p:sp>
      <p:sp>
        <p:nvSpPr>
          <p:cNvPr id="7" name="Zástupný symbol pro zápatí 2">
            <a:extLst>
              <a:ext uri="{FF2B5EF4-FFF2-40B4-BE49-F238E27FC236}">
                <a16:creationId xmlns:a16="http://schemas.microsoft.com/office/drawing/2014/main" id="{6F259CA2-8A1B-8132-65E0-3A6F7ED3C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8450" y="6197600"/>
            <a:ext cx="4114800" cy="365125"/>
          </a:xfrm>
        </p:spPr>
        <p:txBody>
          <a:bodyPr/>
          <a:lstStyle/>
          <a:p>
            <a:endParaRPr lang="cs-CZ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5BACB64-B10A-F1E8-CBF9-BDD37FA59FE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53606" y="3095493"/>
            <a:ext cx="5284787" cy="664898"/>
          </a:xfrm>
        </p:spPr>
        <p:txBody>
          <a:bodyPr>
            <a:normAutofit/>
          </a:bodyPr>
          <a:lstStyle>
            <a:lvl1pPr marL="0" indent="0" algn="ctr">
              <a:buNone/>
              <a:defRPr sz="440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cs-CZ" err="1"/>
              <a:t>Lorem</a:t>
            </a:r>
            <a:r>
              <a:rPr lang="cs-CZ"/>
              <a:t> </a:t>
            </a:r>
            <a:r>
              <a:rPr lang="cs-CZ" err="1"/>
              <a:t>Ipsum</a:t>
            </a:r>
            <a:r>
              <a:rPr lang="cs-CZ"/>
              <a:t> </a:t>
            </a:r>
            <a:r>
              <a:rPr lang="cs-CZ" err="1"/>
              <a:t>Dolor</a:t>
            </a: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995373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-with-content-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6FF20B1-1A7B-4BEA-9B1E-75EFBAF4CA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987424"/>
            <a:ext cx="4114800" cy="1069975"/>
          </a:xfrm>
        </p:spPr>
        <p:txBody>
          <a:bodyPr anchor="ctr"/>
          <a:lstStyle>
            <a:lvl1pPr>
              <a:defRPr sz="3200">
                <a:latin typeface="+mj-lt"/>
              </a:defRPr>
            </a:lvl1pPr>
          </a:lstStyle>
          <a:p>
            <a:r>
              <a:rPr lang="en-US"/>
              <a:t>Title</a:t>
            </a:r>
            <a:endParaRPr lang="cs-CZ"/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3CF1BC82-DCC4-45E1-8D44-1FB82CF430A6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Image</a:t>
            </a:r>
            <a:endParaRPr lang="cs-CZ"/>
          </a:p>
        </p:txBody>
      </p:sp>
      <p:sp>
        <p:nvSpPr>
          <p:cNvPr id="9" name="Zástupný text 8">
            <a:extLst>
              <a:ext uri="{FF2B5EF4-FFF2-40B4-BE49-F238E27FC236}">
                <a16:creationId xmlns:a16="http://schemas.microsoft.com/office/drawing/2014/main" id="{0721B265-8CAF-48F3-B8CB-141AC31CFA8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6612" y="2261616"/>
            <a:ext cx="4116388" cy="3599434"/>
          </a:xfrm>
        </p:spPr>
        <p:txBody>
          <a:bodyPr>
            <a:normAutofit/>
          </a:bodyPr>
          <a:lstStyle>
            <a:lvl1pPr>
              <a:buClr>
                <a:srgbClr val="FDAD00"/>
              </a:buClr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cs-CZ"/>
              <a:t>Text</a:t>
            </a:r>
          </a:p>
        </p:txBody>
      </p:sp>
      <p:sp>
        <p:nvSpPr>
          <p:cNvPr id="4" name="Zástupný symbol pro datum 1">
            <a:extLst>
              <a:ext uri="{FF2B5EF4-FFF2-40B4-BE49-F238E27FC236}">
                <a16:creationId xmlns:a16="http://schemas.microsoft.com/office/drawing/2014/main" id="{5594A8E2-D392-7B23-D961-AE9B9D3134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8050" y="6197600"/>
            <a:ext cx="2743200" cy="365125"/>
          </a:xfrm>
        </p:spPr>
        <p:txBody>
          <a:bodyPr/>
          <a:lstStyle/>
          <a:p>
            <a:fld id="{92357268-C79A-4225-9F2D-63360B661E37}" type="datetimeFigureOut">
              <a:rPr lang="cs-CZ" smtClean="0"/>
              <a:t>12.11.2025</a:t>
            </a:fld>
            <a:endParaRPr lang="cs-CZ"/>
          </a:p>
        </p:txBody>
      </p:sp>
      <p:sp>
        <p:nvSpPr>
          <p:cNvPr id="8" name="Zástupný symbol pro zápatí 2">
            <a:extLst>
              <a:ext uri="{FF2B5EF4-FFF2-40B4-BE49-F238E27FC236}">
                <a16:creationId xmlns:a16="http://schemas.microsoft.com/office/drawing/2014/main" id="{6FEC9AA1-3B26-61B1-DA0E-70A7C3A15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8450" y="6197600"/>
            <a:ext cx="4114800" cy="365125"/>
          </a:xfrm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66509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-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rázek 5" descr="Obsah obrázku snímek obrazovky, černá&#10;&#10;Popis byl vytvořen automaticky">
            <a:extLst>
              <a:ext uri="{FF2B5EF4-FFF2-40B4-BE49-F238E27FC236}">
                <a16:creationId xmlns:a16="http://schemas.microsoft.com/office/drawing/2014/main" id="{86E7B99C-0191-CCEF-19AA-9CA0DA4794F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4B64A33A-BCE6-454E-A148-C2BC6C5F59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numCol="1"/>
          <a:lstStyle>
            <a:lvl1pPr algn="ctr">
              <a:defRPr>
                <a:solidFill>
                  <a:schemeClr val="bg1"/>
                </a:solidFill>
                <a:latin typeface="+mj-lt"/>
                <a:cs typeface="Segoe UI Semibold" panose="020B0702040204020203" pitchFamily="34" charset="0"/>
              </a:defRPr>
            </a:lvl1pPr>
          </a:lstStyle>
          <a:p>
            <a:r>
              <a:rPr lang="en-US"/>
              <a:t>Title</a:t>
            </a:r>
            <a:endParaRPr lang="cs-CZ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633A0526-E99A-4184-9EBB-B3AD1AC68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906A7-2EE8-4435-808F-0C317E75D4DD}" type="datetime1">
              <a:rPr lang="cs-CZ" smtClean="0"/>
              <a:t>12.11.2025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A255894-027D-4BEA-BD5C-9DFF9D3A0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10" name="Zástupný obsah 7">
            <a:extLst>
              <a:ext uri="{FF2B5EF4-FFF2-40B4-BE49-F238E27FC236}">
                <a16:creationId xmlns:a16="http://schemas.microsoft.com/office/drawing/2014/main" id="{5D08F643-AF14-49BF-AB29-B51882FFC92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200" y="1912690"/>
            <a:ext cx="10515600" cy="3921182"/>
          </a:xfrm>
        </p:spPr>
        <p:txBody>
          <a:bodyPr>
            <a:normAutofit/>
          </a:bodyPr>
          <a:lstStyle>
            <a:lvl1pPr>
              <a:buClr>
                <a:srgbClr val="FDAD00"/>
              </a:buClr>
              <a:defRPr sz="28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cs-CZ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6876985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de-or-diagram-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 descr="Obsah obrázku černá, design&#10;&#10;Popis byl vytvořen automaticky">
            <a:extLst>
              <a:ext uri="{FF2B5EF4-FFF2-40B4-BE49-F238E27FC236}">
                <a16:creationId xmlns:a16="http://schemas.microsoft.com/office/drawing/2014/main" id="{5B1D49E1-823B-2297-7671-0F2F15B203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Zástupný symbol pro datum 1">
            <a:extLst>
              <a:ext uri="{FF2B5EF4-FFF2-40B4-BE49-F238E27FC236}">
                <a16:creationId xmlns:a16="http://schemas.microsoft.com/office/drawing/2014/main" id="{E9B5E37A-947A-22C0-1431-A92CEFAC7F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8050" y="6197600"/>
            <a:ext cx="2743200" cy="365125"/>
          </a:xfrm>
        </p:spPr>
        <p:txBody>
          <a:bodyPr/>
          <a:lstStyle/>
          <a:p>
            <a:fld id="{92357268-C79A-4225-9F2D-63360B661E37}" type="datetimeFigureOut">
              <a:rPr lang="cs-CZ" smtClean="0"/>
              <a:t>12.11.2025</a:t>
            </a:fld>
            <a:endParaRPr lang="cs-CZ"/>
          </a:p>
        </p:txBody>
      </p:sp>
      <p:sp>
        <p:nvSpPr>
          <p:cNvPr id="7" name="Zástupný symbol pro zápatí 2">
            <a:extLst>
              <a:ext uri="{FF2B5EF4-FFF2-40B4-BE49-F238E27FC236}">
                <a16:creationId xmlns:a16="http://schemas.microsoft.com/office/drawing/2014/main" id="{8EFD9B21-E695-CBBF-CA14-F26A4F13D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8450" y="6197600"/>
            <a:ext cx="4114800" cy="365125"/>
          </a:xfrm>
        </p:spPr>
        <p:txBody>
          <a:bodyPr/>
          <a:lstStyle/>
          <a:p>
            <a:endParaRPr lang="cs-CZ"/>
          </a:p>
        </p:txBody>
      </p:sp>
      <p:sp>
        <p:nvSpPr>
          <p:cNvPr id="10" name="Nadpis 1">
            <a:extLst>
              <a:ext uri="{FF2B5EF4-FFF2-40B4-BE49-F238E27FC236}">
                <a16:creationId xmlns:a16="http://schemas.microsoft.com/office/drawing/2014/main" id="{A88B239D-B7EB-C7D0-4548-2B5B5FBAF5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 numCol="1"/>
          <a:lstStyle>
            <a:lvl1pPr algn="ctr">
              <a:defRPr>
                <a:solidFill>
                  <a:schemeClr val="bg1"/>
                </a:solidFill>
                <a:latin typeface="Prometo Medium" panose="020B070403020306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en-US"/>
              <a:t>Title</a:t>
            </a:r>
            <a:endParaRPr lang="cs-CZ"/>
          </a:p>
        </p:txBody>
      </p:sp>
      <p:sp>
        <p:nvSpPr>
          <p:cNvPr id="12" name="Zástupný obsah 7">
            <a:extLst>
              <a:ext uri="{FF2B5EF4-FFF2-40B4-BE49-F238E27FC236}">
                <a16:creationId xmlns:a16="http://schemas.microsoft.com/office/drawing/2014/main" id="{55BBEDAF-0E04-144C-A500-9EEE91B030B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200" y="1912690"/>
            <a:ext cx="10515600" cy="3921182"/>
          </a:xfrm>
        </p:spPr>
        <p:txBody>
          <a:bodyPr>
            <a:normAutofit/>
          </a:bodyPr>
          <a:lstStyle>
            <a:lvl1pPr marL="0" indent="0">
              <a:buClr>
                <a:srgbClr val="5D93DD"/>
              </a:buClr>
              <a:buNone/>
              <a:defRPr sz="2800">
                <a:solidFill>
                  <a:schemeClr val="bg1"/>
                </a:solidFill>
                <a:latin typeface="Prometo Light" panose="020B0404030203060203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Object</a:t>
            </a: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786338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Picture-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ástupný symbol pro datum 1">
            <a:extLst>
              <a:ext uri="{FF2B5EF4-FFF2-40B4-BE49-F238E27FC236}">
                <a16:creationId xmlns:a16="http://schemas.microsoft.com/office/drawing/2014/main" id="{B9F2179B-71C7-013D-A59B-52C15F0FC2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8050" y="6197600"/>
            <a:ext cx="2743200" cy="365125"/>
          </a:xfrm>
        </p:spPr>
        <p:txBody>
          <a:bodyPr/>
          <a:lstStyle/>
          <a:p>
            <a:fld id="{92357268-C79A-4225-9F2D-63360B661E37}" type="datetimeFigureOut">
              <a:rPr lang="cs-CZ" smtClean="0"/>
              <a:t>12.11.2025</a:t>
            </a:fld>
            <a:endParaRPr lang="cs-CZ"/>
          </a:p>
        </p:txBody>
      </p:sp>
      <p:sp>
        <p:nvSpPr>
          <p:cNvPr id="6" name="Zástupný symbol pro zápatí 2">
            <a:extLst>
              <a:ext uri="{FF2B5EF4-FFF2-40B4-BE49-F238E27FC236}">
                <a16:creationId xmlns:a16="http://schemas.microsoft.com/office/drawing/2014/main" id="{23D2D5D8-AEB7-995D-E651-B78331632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8450" y="6197600"/>
            <a:ext cx="4114800" cy="365125"/>
          </a:xfrm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663404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-with-content-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6FF20B1-1A7B-4BEA-9B1E-75EFBAF4CA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987424"/>
            <a:ext cx="4114800" cy="1069975"/>
          </a:xfrm>
        </p:spPr>
        <p:txBody>
          <a:bodyPr anchor="ctr"/>
          <a:lstStyle>
            <a:lvl1pPr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Title</a:t>
            </a:r>
            <a:endParaRPr lang="cs-CZ"/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3CF1BC82-DCC4-45E1-8D44-1FB82CF430A6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Image</a:t>
            </a:r>
            <a:endParaRPr lang="cs-CZ"/>
          </a:p>
        </p:txBody>
      </p:sp>
      <p:sp>
        <p:nvSpPr>
          <p:cNvPr id="9" name="Zástupný text 8">
            <a:extLst>
              <a:ext uri="{FF2B5EF4-FFF2-40B4-BE49-F238E27FC236}">
                <a16:creationId xmlns:a16="http://schemas.microsoft.com/office/drawing/2014/main" id="{0721B265-8CAF-48F3-B8CB-141AC31CFA8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6612" y="2261616"/>
            <a:ext cx="4116388" cy="3599434"/>
          </a:xfrm>
        </p:spPr>
        <p:txBody>
          <a:bodyPr>
            <a:normAutofit/>
          </a:bodyPr>
          <a:lstStyle>
            <a:lvl1pPr>
              <a:buClr>
                <a:srgbClr val="FDAD00"/>
              </a:buClr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cs-CZ"/>
              <a:t>Text</a:t>
            </a:r>
          </a:p>
        </p:txBody>
      </p:sp>
      <p:sp>
        <p:nvSpPr>
          <p:cNvPr id="4" name="Zástupný symbol pro datum 1">
            <a:extLst>
              <a:ext uri="{FF2B5EF4-FFF2-40B4-BE49-F238E27FC236}">
                <a16:creationId xmlns:a16="http://schemas.microsoft.com/office/drawing/2014/main" id="{5D14F6A2-AAF7-1834-59BF-E16839F6E9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8050" y="6197600"/>
            <a:ext cx="2743200" cy="365125"/>
          </a:xfrm>
        </p:spPr>
        <p:txBody>
          <a:bodyPr/>
          <a:lstStyle/>
          <a:p>
            <a:fld id="{92357268-C79A-4225-9F2D-63360B661E37}" type="datetimeFigureOut">
              <a:rPr lang="cs-CZ" smtClean="0"/>
              <a:t>12.11.2025</a:t>
            </a:fld>
            <a:endParaRPr lang="cs-CZ"/>
          </a:p>
        </p:txBody>
      </p:sp>
      <p:sp>
        <p:nvSpPr>
          <p:cNvPr id="8" name="Zástupný symbol pro zápatí 2">
            <a:extLst>
              <a:ext uri="{FF2B5EF4-FFF2-40B4-BE49-F238E27FC236}">
                <a16:creationId xmlns:a16="http://schemas.microsoft.com/office/drawing/2014/main" id="{31D93ED4-4A8C-2E3A-3A79-A0A843A7E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8450" y="6197600"/>
            <a:ext cx="4114800" cy="365125"/>
          </a:xfrm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15771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Picture-slide">
    <p:bg>
      <p:bgPr>
        <a:solidFill>
          <a:srgbClr val="FDAD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ástupný symbol pro datum 1">
            <a:extLst>
              <a:ext uri="{FF2B5EF4-FFF2-40B4-BE49-F238E27FC236}">
                <a16:creationId xmlns:a16="http://schemas.microsoft.com/office/drawing/2014/main" id="{C2598A6F-9C93-3D83-9034-BD98E9A3EF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8050" y="6197600"/>
            <a:ext cx="2743200" cy="365125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  <a:lumOff val="50000"/>
                  </a:schemeClr>
                </a:solidFill>
              </a:defRPr>
            </a:lvl1pPr>
          </a:lstStyle>
          <a:p>
            <a:fld id="{92357268-C79A-4225-9F2D-63360B661E37}" type="datetimeFigureOut">
              <a:rPr lang="cs-CZ" smtClean="0"/>
              <a:pPr/>
              <a:t>12.11.2025</a:t>
            </a:fld>
            <a:endParaRPr lang="cs-CZ"/>
          </a:p>
        </p:txBody>
      </p:sp>
      <p:sp>
        <p:nvSpPr>
          <p:cNvPr id="6" name="Zástupný symbol pro zápatí 2">
            <a:extLst>
              <a:ext uri="{FF2B5EF4-FFF2-40B4-BE49-F238E27FC236}">
                <a16:creationId xmlns:a16="http://schemas.microsoft.com/office/drawing/2014/main" id="{1C0C756A-3DA2-524F-CFE5-2B59D6A6B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8450" y="6197600"/>
            <a:ext cx="4114800" cy="365125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09373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-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 descr="Obsah obrázku hák, design&#10;&#10;Popis byl vytvořen automaticky">
            <a:extLst>
              <a:ext uri="{FF2B5EF4-FFF2-40B4-BE49-F238E27FC236}">
                <a16:creationId xmlns:a16="http://schemas.microsoft.com/office/drawing/2014/main" id="{EBCEBEB8-B201-5BCB-19EE-FD429F589D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A59116E4-6F6A-4236-B205-7EBF81DEDD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3778" y="2395649"/>
            <a:ext cx="5262222" cy="1944084"/>
          </a:xfrm>
        </p:spPr>
        <p:txBody>
          <a:bodyPr anchor="ctr">
            <a:normAutofit/>
          </a:bodyPr>
          <a:lstStyle>
            <a:lvl1pPr algn="l">
              <a:defRPr sz="4800">
                <a:solidFill>
                  <a:schemeClr val="bg1"/>
                </a:solidFill>
                <a:latin typeface="Prometo XBold" panose="020B0804030203060203" pitchFamily="34" charset="0"/>
              </a:defRPr>
            </a:lvl1pPr>
          </a:lstStyle>
          <a:p>
            <a:r>
              <a:rPr lang="en-US"/>
              <a:t>Thank You Note</a:t>
            </a:r>
            <a:endParaRPr lang="cs-CZ"/>
          </a:p>
        </p:txBody>
      </p:sp>
      <p:sp>
        <p:nvSpPr>
          <p:cNvPr id="15" name="Zástupný text 9">
            <a:extLst>
              <a:ext uri="{FF2B5EF4-FFF2-40B4-BE49-F238E27FC236}">
                <a16:creationId xmlns:a16="http://schemas.microsoft.com/office/drawing/2014/main" id="{C5ACBB49-9197-4A51-833A-05D4390975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48067" y="5176287"/>
            <a:ext cx="1844212" cy="493713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  <a:latin typeface="Raleway Light" pitchFamily="2" charset="0"/>
              </a:defRPr>
            </a:lvl1pPr>
          </a:lstStyle>
          <a:p>
            <a:pPr lvl="0"/>
            <a:r>
              <a:rPr lang="en-US"/>
              <a:t>Twitter</a:t>
            </a:r>
            <a:endParaRPr lang="cs-CZ"/>
          </a:p>
        </p:txBody>
      </p:sp>
      <p:sp>
        <p:nvSpPr>
          <p:cNvPr id="17" name="Zástupný text 9">
            <a:extLst>
              <a:ext uri="{FF2B5EF4-FFF2-40B4-BE49-F238E27FC236}">
                <a16:creationId xmlns:a16="http://schemas.microsoft.com/office/drawing/2014/main" id="{5ED8E78F-D232-5BA9-44BC-3D0F2CFCE0E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43276" y="5176287"/>
            <a:ext cx="1844212" cy="493713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  <a:latin typeface="Raleway Light" pitchFamily="2" charset="0"/>
              </a:defRPr>
            </a:lvl1pPr>
          </a:lstStyle>
          <a:p>
            <a:pPr lvl="0"/>
            <a:r>
              <a:rPr lang="cs-CZ"/>
              <a:t>LinkedIn</a:t>
            </a:r>
          </a:p>
        </p:txBody>
      </p:sp>
      <p:pic>
        <p:nvPicPr>
          <p:cNvPr id="12" name="Grafický objekt 11">
            <a:extLst>
              <a:ext uri="{FF2B5EF4-FFF2-40B4-BE49-F238E27FC236}">
                <a16:creationId xmlns:a16="http://schemas.microsoft.com/office/drawing/2014/main" id="{790CE6FB-A745-D4BA-D849-533C6217263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4626" y="5236560"/>
            <a:ext cx="362056" cy="362054"/>
          </a:xfrm>
          <a:prstGeom prst="rect">
            <a:avLst/>
          </a:prstGeom>
        </p:spPr>
      </p:pic>
      <p:pic>
        <p:nvPicPr>
          <p:cNvPr id="18" name="Grafický objekt 17">
            <a:extLst>
              <a:ext uri="{FF2B5EF4-FFF2-40B4-BE49-F238E27FC236}">
                <a16:creationId xmlns:a16="http://schemas.microsoft.com/office/drawing/2014/main" id="{05C0BE42-599B-AB7A-E0A5-0CD07FF6F9C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09153" y="5235877"/>
            <a:ext cx="363420" cy="363418"/>
          </a:xfrm>
          <a:prstGeom prst="rect">
            <a:avLst/>
          </a:prstGeom>
        </p:spPr>
      </p:pic>
      <p:pic>
        <p:nvPicPr>
          <p:cNvPr id="8" name="Grafický objekt 7">
            <a:extLst>
              <a:ext uri="{FF2B5EF4-FFF2-40B4-BE49-F238E27FC236}">
                <a16:creationId xmlns:a16="http://schemas.microsoft.com/office/drawing/2014/main" id="{59867425-5C2E-6DA4-BF49-9A191509894E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75066" y="5235876"/>
            <a:ext cx="363419" cy="363419"/>
          </a:xfrm>
          <a:prstGeom prst="rect">
            <a:avLst/>
          </a:prstGeom>
        </p:spPr>
      </p:pic>
      <p:sp>
        <p:nvSpPr>
          <p:cNvPr id="9" name="Zástupný text 9">
            <a:extLst>
              <a:ext uri="{FF2B5EF4-FFF2-40B4-BE49-F238E27FC236}">
                <a16:creationId xmlns:a16="http://schemas.microsoft.com/office/drawing/2014/main" id="{D2C4FB82-A708-2912-24CA-39442AAD05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09188" y="5175606"/>
            <a:ext cx="1844212" cy="493713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  <a:latin typeface="Raleway Light" pitchFamily="2" charset="0"/>
              </a:defRPr>
            </a:lvl1pPr>
          </a:lstStyle>
          <a:p>
            <a:pPr lvl="0"/>
            <a:r>
              <a:rPr lang="cs-CZ"/>
              <a:t>GitHub</a:t>
            </a:r>
          </a:p>
        </p:txBody>
      </p:sp>
      <p:sp>
        <p:nvSpPr>
          <p:cNvPr id="13" name="Zástupný symbol pro datum 1">
            <a:extLst>
              <a:ext uri="{FF2B5EF4-FFF2-40B4-BE49-F238E27FC236}">
                <a16:creationId xmlns:a16="http://schemas.microsoft.com/office/drawing/2014/main" id="{4CCABEB8-5B52-8766-B138-BF0F6FCBB6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8050" y="6197600"/>
            <a:ext cx="2743200" cy="365125"/>
          </a:xfrm>
        </p:spPr>
        <p:txBody>
          <a:bodyPr/>
          <a:lstStyle/>
          <a:p>
            <a:fld id="{92357268-C79A-4225-9F2D-63360B661E37}" type="datetimeFigureOut">
              <a:rPr lang="cs-CZ" smtClean="0"/>
              <a:t>12.11.2025</a:t>
            </a:fld>
            <a:endParaRPr lang="cs-CZ"/>
          </a:p>
        </p:txBody>
      </p:sp>
      <p:sp>
        <p:nvSpPr>
          <p:cNvPr id="14" name="Zástupný symbol pro zápatí 2">
            <a:extLst>
              <a:ext uri="{FF2B5EF4-FFF2-40B4-BE49-F238E27FC236}">
                <a16:creationId xmlns:a16="http://schemas.microsoft.com/office/drawing/2014/main" id="{1CFE454B-8562-9B8B-F82C-F6924FC1D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8450" y="6197600"/>
            <a:ext cx="4114800" cy="365125"/>
          </a:xfrm>
        </p:spPr>
        <p:txBody>
          <a:bodyPr/>
          <a:lstStyle/>
          <a:p>
            <a:endParaRPr lang="cs-CZ"/>
          </a:p>
        </p:txBody>
      </p:sp>
      <p:pic>
        <p:nvPicPr>
          <p:cNvPr id="3" name="Obrázek 2" descr="Obsah obrázku Písmo, text, Grafika, logo&#10;&#10;Obsah generovaný pomocí AI může být nesprávný.">
            <a:extLst>
              <a:ext uri="{FF2B5EF4-FFF2-40B4-BE49-F238E27FC236}">
                <a16:creationId xmlns:a16="http://schemas.microsoft.com/office/drawing/2014/main" id="{08E4BBC5-0139-B475-AFBA-D9D67F18FC49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488" y="961323"/>
            <a:ext cx="3183742" cy="59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144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10E2DF56-F67D-41BD-94A3-E33203F92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D71FEF04-0566-4B53-B06C-C50200C785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4497E9F2-0FFD-493C-93E1-79BC3BB410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3508AB-210D-4B6F-AE53-C36D4FCB8D3D}" type="datetime1">
              <a:rPr lang="cs-CZ" smtClean="0"/>
              <a:t>12.11.2025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46ADE25-0354-4CE9-860B-FA825775C6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91813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77" r:id="rId2"/>
    <p:sldLayoutId id="2147483664" r:id="rId3"/>
    <p:sldLayoutId id="2147483674" r:id="rId4"/>
    <p:sldLayoutId id="2147483684" r:id="rId5"/>
    <p:sldLayoutId id="2147483685" r:id="rId6"/>
    <p:sldLayoutId id="2147483686" r:id="rId7"/>
    <p:sldLayoutId id="2147483676" r:id="rId8"/>
    <p:sldLayoutId id="2147483678" r:id="rId9"/>
    <p:sldLayoutId id="2147483687" r:id="rId10"/>
    <p:sldLayoutId id="2147483681" r:id="rId11"/>
    <p:sldLayoutId id="2147483682" r:id="rId12"/>
    <p:sldLayoutId id="2147483683" r:id="rId13"/>
    <p:sldLayoutId id="2147483665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Roboto" panose="02000000000000000000" pitchFamily="2" charset="0"/>
          <a:cs typeface="Roboto" panose="020000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FDAD00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DAD00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DAD00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DAD0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DAD0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Nadpis 14">
            <a:extLst>
              <a:ext uri="{FF2B5EF4-FFF2-40B4-BE49-F238E27FC236}">
                <a16:creationId xmlns:a16="http://schemas.microsoft.com/office/drawing/2014/main" id="{E390D7A5-0B4D-9FA2-299F-55B8ED8D6D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195020"/>
            <a:ext cx="5939672" cy="838233"/>
          </a:xfrm>
        </p:spPr>
        <p:txBody>
          <a:bodyPr/>
          <a:lstStyle/>
          <a:p>
            <a:r>
              <a:rPr lang="cs-CZ" dirty="0"/>
              <a:t>Artificial Intelligence</a:t>
            </a:r>
          </a:p>
        </p:txBody>
      </p:sp>
      <p:sp>
        <p:nvSpPr>
          <p:cNvPr id="16" name="Zástupný text 15">
            <a:extLst>
              <a:ext uri="{FF2B5EF4-FFF2-40B4-BE49-F238E27FC236}">
                <a16:creationId xmlns:a16="http://schemas.microsoft.com/office/drawing/2014/main" id="{EAC5759F-4655-07F9-56AA-7867A39DB3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5334226"/>
            <a:ext cx="2429726" cy="838233"/>
          </a:xfrm>
        </p:spPr>
        <p:txBody>
          <a:bodyPr/>
          <a:lstStyle/>
          <a:p>
            <a:r>
              <a:rPr lang="cs-CZ" dirty="0"/>
              <a:t>.NET Developer Microsoft MCT</a:t>
            </a:r>
          </a:p>
        </p:txBody>
      </p:sp>
      <p:sp>
        <p:nvSpPr>
          <p:cNvPr id="17" name="Zástupný text 16">
            <a:extLst>
              <a:ext uri="{FF2B5EF4-FFF2-40B4-BE49-F238E27FC236}">
                <a16:creationId xmlns:a16="http://schemas.microsoft.com/office/drawing/2014/main" id="{1C98B004-3A98-773F-6A8B-7B23E8E6E82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cs-CZ" dirty="0"/>
              <a:t>for .NET Developers</a:t>
            </a:r>
          </a:p>
        </p:txBody>
      </p:sp>
      <p:sp>
        <p:nvSpPr>
          <p:cNvPr id="19" name="Zástupný text 18">
            <a:extLst>
              <a:ext uri="{FF2B5EF4-FFF2-40B4-BE49-F238E27FC236}">
                <a16:creationId xmlns:a16="http://schemas.microsoft.com/office/drawing/2014/main" id="{531531D6-3522-A791-B991-335662165F3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1376" y="4764898"/>
            <a:ext cx="2429726" cy="488140"/>
          </a:xfrm>
        </p:spPr>
        <p:txBody>
          <a:bodyPr/>
          <a:lstStyle/>
          <a:p>
            <a:r>
              <a:rPr lang="cs-CZ" dirty="0"/>
              <a:t>Dariusz Kacban</a:t>
            </a:r>
          </a:p>
        </p:txBody>
      </p:sp>
      <p:sp>
        <p:nvSpPr>
          <p:cNvPr id="4" name="Zástupný text 15">
            <a:extLst>
              <a:ext uri="{FF2B5EF4-FFF2-40B4-BE49-F238E27FC236}">
                <a16:creationId xmlns:a16="http://schemas.microsoft.com/office/drawing/2014/main" id="{30E5371C-9E44-BD0E-A471-78F4DADC1055}"/>
              </a:ext>
            </a:extLst>
          </p:cNvPr>
          <p:cNvSpPr txBox="1">
            <a:spLocks/>
          </p:cNvSpPr>
          <p:nvPr/>
        </p:nvSpPr>
        <p:spPr>
          <a:xfrm>
            <a:off x="3666274" y="5323454"/>
            <a:ext cx="2429726" cy="83823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FDAD00"/>
              </a:buClr>
              <a:buFont typeface="Arial" panose="020B0604020202020204" pitchFamily="34" charset="0"/>
              <a:buNone/>
              <a:defRPr sz="2000" kern="120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DAD00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DAD00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DAD0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DAD0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dirty="0"/>
              <a:t>.NET Developer Microsoft MVP</a:t>
            </a:r>
          </a:p>
        </p:txBody>
      </p:sp>
      <p:sp>
        <p:nvSpPr>
          <p:cNvPr id="5" name="Zástupný text 18">
            <a:extLst>
              <a:ext uri="{FF2B5EF4-FFF2-40B4-BE49-F238E27FC236}">
                <a16:creationId xmlns:a16="http://schemas.microsoft.com/office/drawing/2014/main" id="{F0B3F289-A280-D185-DC02-2862D1A43AFA}"/>
              </a:ext>
            </a:extLst>
          </p:cNvPr>
          <p:cNvSpPr txBox="1">
            <a:spLocks/>
          </p:cNvSpPr>
          <p:nvPr/>
        </p:nvSpPr>
        <p:spPr>
          <a:xfrm>
            <a:off x="3644244" y="4805940"/>
            <a:ext cx="2897957" cy="4881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FDAD00"/>
              </a:buClr>
              <a:buFont typeface="Arial" panose="020B0604020202020204" pitchFamily="34" charset="0"/>
              <a:buNone/>
              <a:defRPr sz="2400" kern="1200">
                <a:solidFill>
                  <a:srgbClr val="FDAD00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DAD00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DAD00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DAD0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DAD0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dirty="0"/>
              <a:t>Kajetan Duszyński</a:t>
            </a:r>
          </a:p>
        </p:txBody>
      </p:sp>
    </p:spTree>
    <p:extLst>
      <p:ext uri="{BB962C8B-B14F-4D97-AF65-F5344CB8AC3E}">
        <p14:creationId xmlns:p14="http://schemas.microsoft.com/office/powerpoint/2010/main" val="2743714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adpis 2">
            <a:extLst>
              <a:ext uri="{FF2B5EF4-FFF2-40B4-BE49-F238E27FC236}">
                <a16:creationId xmlns:a16="http://schemas.microsoft.com/office/drawing/2014/main" id="{12933E38-7BE6-06D6-62B2-E010B23C4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Agenda</a:t>
            </a:r>
            <a:endParaRPr lang="en-US" dirty="0"/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04FB42EA-94EE-4B0A-7EC2-D7578F0A7DC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pl-PL" dirty="0"/>
              <a:t>Module 1 - Basic</a:t>
            </a:r>
          </a:p>
          <a:p>
            <a:r>
              <a:rPr lang="pl-PL" dirty="0"/>
              <a:t>Module 2 – </a:t>
            </a:r>
            <a:r>
              <a:rPr lang="pl-PL" dirty="0" err="1"/>
              <a:t>Intermediate</a:t>
            </a:r>
            <a:endParaRPr lang="pl-PL" dirty="0"/>
          </a:p>
          <a:p>
            <a:r>
              <a:rPr lang="pl-PL" dirty="0"/>
              <a:t>Module 3 - Advanced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6454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C019E-D391-B66A-70D5-E06B7E807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adpis 2">
            <a:extLst>
              <a:ext uri="{FF2B5EF4-FFF2-40B4-BE49-F238E27FC236}">
                <a16:creationId xmlns:a16="http://schemas.microsoft.com/office/drawing/2014/main" id="{8851804F-AF09-2B22-8ACD-96FFAA257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MODULE 1: BASICS</a:t>
            </a:r>
            <a:br>
              <a:rPr lang="pl-PL" dirty="0"/>
            </a:br>
            <a:endParaRPr lang="en-US" dirty="0"/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1C99DCBE-ECD2-F671-5C43-AD0B9494F65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pl-PL" dirty="0"/>
              <a:t>SUBMODULE 1.1: LLM</a:t>
            </a:r>
            <a:endParaRPr lang="pl-PL" b="1" dirty="0"/>
          </a:p>
          <a:p>
            <a:r>
              <a:rPr lang="pl-PL" dirty="0"/>
              <a:t>SUBMODULE 1.2: </a:t>
            </a:r>
            <a:r>
              <a:rPr lang="pl-PL" dirty="0" err="1"/>
              <a:t>Azure</a:t>
            </a:r>
            <a:r>
              <a:rPr lang="pl-PL" dirty="0"/>
              <a:t> AI </a:t>
            </a:r>
            <a:r>
              <a:rPr lang="pl-PL" dirty="0" err="1"/>
              <a:t>Foundry</a:t>
            </a:r>
            <a:endParaRPr lang="pl-PL" b="1" dirty="0"/>
          </a:p>
          <a:p>
            <a:r>
              <a:rPr lang="pl-PL" dirty="0"/>
              <a:t>SUBMODULE 1.3: </a:t>
            </a:r>
            <a:r>
              <a:rPr lang="pl-PL" dirty="0" err="1"/>
              <a:t>Semantic</a:t>
            </a:r>
            <a:r>
              <a:rPr lang="pl-PL" dirty="0"/>
              <a:t> </a:t>
            </a:r>
            <a:r>
              <a:rPr lang="pl-PL" dirty="0" err="1"/>
              <a:t>Kernel</a:t>
            </a:r>
            <a:endParaRPr lang="pl-PL" b="1" dirty="0"/>
          </a:p>
          <a:p>
            <a:r>
              <a:rPr lang="pl-PL" dirty="0"/>
              <a:t>SUBMODULE 1.4: </a:t>
            </a:r>
            <a:r>
              <a:rPr lang="pl-PL" dirty="0" err="1"/>
              <a:t>Agents</a:t>
            </a:r>
            <a:r>
              <a:rPr lang="pl-PL" dirty="0"/>
              <a:t> 365</a:t>
            </a:r>
            <a:endParaRPr lang="pl-PL" b="1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63171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4DD69-98EA-1821-AEC8-2CDF21CE8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adpis 2">
            <a:extLst>
              <a:ext uri="{FF2B5EF4-FFF2-40B4-BE49-F238E27FC236}">
                <a16:creationId xmlns:a16="http://schemas.microsoft.com/office/drawing/2014/main" id="{30E7B2E6-39D4-FAEB-FCBE-79CB0EE20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MODULE 2: INTERMEDIATE</a:t>
            </a:r>
            <a:endParaRPr lang="en-US" dirty="0"/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A87C67EE-F4C7-05ED-868C-CF8C5C1070F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pl-PL" dirty="0"/>
              <a:t>SUBMODULE 2.1: </a:t>
            </a:r>
            <a:r>
              <a:rPr lang="pl-PL" dirty="0" err="1"/>
              <a:t>Context</a:t>
            </a:r>
            <a:endParaRPr lang="pl-PL" b="1" dirty="0"/>
          </a:p>
          <a:p>
            <a:r>
              <a:rPr lang="pl-PL" dirty="0"/>
              <a:t>SUBMODULE 2.2: </a:t>
            </a:r>
            <a:r>
              <a:rPr lang="pl-PL" dirty="0" err="1"/>
              <a:t>Cosmos</a:t>
            </a:r>
            <a:endParaRPr lang="pl-PL" b="1" dirty="0"/>
          </a:p>
          <a:p>
            <a:r>
              <a:rPr lang="pl-PL" dirty="0"/>
              <a:t>SUBMODULE 2.3: </a:t>
            </a:r>
            <a:r>
              <a:rPr lang="pl-PL" dirty="0" err="1"/>
              <a:t>Plugins</a:t>
            </a:r>
            <a:endParaRPr lang="pl-PL" b="1" dirty="0"/>
          </a:p>
          <a:p>
            <a:r>
              <a:rPr lang="pl-PL" dirty="0"/>
              <a:t>SUBMODULE 2.4: Language</a:t>
            </a:r>
            <a:endParaRPr lang="pl-PL" b="1" dirty="0"/>
          </a:p>
          <a:p>
            <a:r>
              <a:rPr lang="pl-PL" dirty="0"/>
              <a:t>SUBMODULE 2.5: </a:t>
            </a:r>
            <a:r>
              <a:rPr lang="pl-PL" dirty="0" err="1"/>
              <a:t>Prompt</a:t>
            </a:r>
            <a:endParaRPr lang="pl-PL" b="1" dirty="0"/>
          </a:p>
          <a:p>
            <a:r>
              <a:rPr lang="pl-PL" dirty="0"/>
              <a:t>SUBMODULE 2.6: RAG</a:t>
            </a:r>
            <a:endParaRPr lang="pl-PL" b="1" dirty="0"/>
          </a:p>
          <a:p>
            <a:r>
              <a:rPr lang="pl-PL" dirty="0"/>
              <a:t>SUBMODULE 2.7: </a:t>
            </a:r>
            <a:r>
              <a:rPr lang="pl-PL" dirty="0" err="1"/>
              <a:t>Structured</a:t>
            </a:r>
            <a:r>
              <a:rPr lang="pl-PL" dirty="0"/>
              <a:t> </a:t>
            </a:r>
            <a:r>
              <a:rPr lang="pl-PL" dirty="0" err="1"/>
              <a:t>Output</a:t>
            </a:r>
            <a:endParaRPr lang="pl-PL" b="1" dirty="0"/>
          </a:p>
          <a:p>
            <a:r>
              <a:rPr lang="pl-PL" dirty="0"/>
              <a:t>SUBMODULE 2.8: </a:t>
            </a:r>
            <a:r>
              <a:rPr lang="pl-PL" dirty="0" err="1"/>
              <a:t>Channels</a:t>
            </a:r>
            <a:endParaRPr lang="pl-PL" b="1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436581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12608-00A0-D53F-5803-F62E90C97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adpis 2">
            <a:extLst>
              <a:ext uri="{FF2B5EF4-FFF2-40B4-BE49-F238E27FC236}">
                <a16:creationId xmlns:a16="http://schemas.microsoft.com/office/drawing/2014/main" id="{8A5A2412-0872-AFF1-AFD3-585D15CF6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MODULE 3: ADVANCED</a:t>
            </a:r>
            <a:endParaRPr lang="en-US" dirty="0"/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82CD2C22-0D11-02D2-CF49-57C2ADA4CAA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pl-PL" dirty="0"/>
              <a:t>SUBMODULE 3.1: MCP Server</a:t>
            </a:r>
            <a:endParaRPr lang="pl-PL" b="1" dirty="0"/>
          </a:p>
          <a:p>
            <a:r>
              <a:rPr lang="pl-PL" dirty="0"/>
              <a:t>SUBMODULE 3.2: MCP Client</a:t>
            </a:r>
            <a:endParaRPr lang="pl-PL" b="1" dirty="0"/>
          </a:p>
          <a:p>
            <a:r>
              <a:rPr lang="pl-PL" dirty="0"/>
              <a:t>SUBMODULE 3.2: </a:t>
            </a:r>
            <a:r>
              <a:rPr lang="pl-PL" dirty="0" err="1"/>
              <a:t>Multimodal</a:t>
            </a:r>
            <a:r>
              <a:rPr lang="pl-PL" dirty="0"/>
              <a:t> </a:t>
            </a:r>
            <a:r>
              <a:rPr lang="pl-PL" dirty="0" err="1"/>
              <a:t>LLMs</a:t>
            </a:r>
            <a:endParaRPr lang="pl-PL" b="1" dirty="0"/>
          </a:p>
          <a:p>
            <a:r>
              <a:rPr lang="pl-PL" dirty="0"/>
              <a:t>SUBMODULE 3.2: </a:t>
            </a:r>
            <a:r>
              <a:rPr lang="pl-PL" dirty="0" err="1"/>
              <a:t>Local</a:t>
            </a:r>
            <a:r>
              <a:rPr lang="pl-PL" dirty="0"/>
              <a:t> </a:t>
            </a:r>
            <a:r>
              <a:rPr lang="pl-PL" dirty="0" err="1"/>
              <a:t>LLMs</a:t>
            </a:r>
            <a:endParaRPr lang="pl-PL" b="1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804380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1D5C1-692F-E6D3-388D-A5800F45C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text 3">
            <a:extLst>
              <a:ext uri="{FF2B5EF4-FFF2-40B4-BE49-F238E27FC236}">
                <a16:creationId xmlns:a16="http://schemas.microsoft.com/office/drawing/2014/main" id="{D9A50DFB-7910-BEFD-6BB3-3DFBE25C5C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cs-CZ" dirty="0"/>
              <a:t>LET‘S START</a:t>
            </a:r>
          </a:p>
        </p:txBody>
      </p:sp>
    </p:spTree>
    <p:extLst>
      <p:ext uri="{BB962C8B-B14F-4D97-AF65-F5344CB8AC3E}">
        <p14:creationId xmlns:p14="http://schemas.microsoft.com/office/powerpoint/2010/main" val="2390589274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Vlastní 1">
      <a:dk1>
        <a:srgbClr val="2C2D2B"/>
      </a:dk1>
      <a:lt1>
        <a:sysClr val="window" lastClr="FFFFFF"/>
      </a:lt1>
      <a:dk2>
        <a:srgbClr val="46AFE4"/>
      </a:dk2>
      <a:lt2>
        <a:srgbClr val="2C2D2B"/>
      </a:lt2>
      <a:accent1>
        <a:srgbClr val="FFFFFF"/>
      </a:accent1>
      <a:accent2>
        <a:srgbClr val="46AFE4"/>
      </a:accent2>
      <a:accent3>
        <a:srgbClr val="2C2D2B"/>
      </a:accent3>
      <a:accent4>
        <a:srgbClr val="FFFFFF"/>
      </a:accent4>
      <a:accent5>
        <a:srgbClr val="46AFE4"/>
      </a:accent5>
      <a:accent6>
        <a:srgbClr val="2C2D2B"/>
      </a:accent6>
      <a:hlink>
        <a:srgbClr val="FFFFFF"/>
      </a:hlink>
      <a:folHlink>
        <a:srgbClr val="46AFE4"/>
      </a:folHlink>
    </a:clrScheme>
    <a:fontScheme name="Vlastní 2">
      <a:majorFont>
        <a:latin typeface="Aptos Black 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t">
        <a:normAutofit/>
      </a:bodyPr>
      <a:lstStyle>
        <a:defPPr algn="l">
          <a:spcBef>
            <a:spcPts val="1200"/>
          </a:spcBef>
          <a:defRPr sz="2400" dirty="0">
            <a:solidFill>
              <a:schemeClr val="bg1"/>
            </a:solidFill>
            <a:latin typeface="Prometo Light" panose="020B040403020306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588eda9-dfb0-4862-9798-e949506d00a0">
      <Terms xmlns="http://schemas.microsoft.com/office/infopath/2007/PartnerControls"/>
    </lcf76f155ced4ddcb4097134ff3c332f>
    <TaxCatchAll xmlns="a1218e33-42f4-419c-a356-87b55791345d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C6B79D465C3DF4DB04E860C82AA1DD7" ma:contentTypeVersion="15" ma:contentTypeDescription="Create a new document." ma:contentTypeScope="" ma:versionID="89a13fb80d0a3783855c88a430aa75a3">
  <xsd:schema xmlns:xsd="http://www.w3.org/2001/XMLSchema" xmlns:xs="http://www.w3.org/2001/XMLSchema" xmlns:p="http://schemas.microsoft.com/office/2006/metadata/properties" xmlns:ns2="5588eda9-dfb0-4862-9798-e949506d00a0" xmlns:ns3="a1218e33-42f4-419c-a356-87b55791345d" targetNamespace="http://schemas.microsoft.com/office/2006/metadata/properties" ma:root="true" ma:fieldsID="de1e81e8669c22395e65341a94381a74" ns2:_="" ns3:_="">
    <xsd:import namespace="5588eda9-dfb0-4862-9798-e949506d00a0"/>
    <xsd:import namespace="a1218e33-42f4-419c-a356-87b55791345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88eda9-dfb0-4862-9798-e949506d00a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8b358847-50ec-4ce1-8b8b-29c03dffc30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218e33-42f4-419c-a356-87b55791345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2a82e5d5-9504-4ec7-bd41-a21e3333a756}" ma:internalName="TaxCatchAll" ma:showField="CatchAllData" ma:web="a1218e33-42f4-419c-a356-87b55791345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A0DCB3E-2761-4EF2-BF46-7254EE50A73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9D73711-7102-4214-A720-AFE8469CA81F}">
  <ds:schemaRefs>
    <ds:schemaRef ds:uri="5588eda9-dfb0-4862-9798-e949506d00a0"/>
    <ds:schemaRef ds:uri="a1218e33-42f4-419c-a356-87b55791345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4EDA8242-7C78-4400-A1E2-C5CC54A6386C}">
  <ds:schemaRefs>
    <ds:schemaRef ds:uri="5588eda9-dfb0-4862-9798-e949506d00a0"/>
    <ds:schemaRef ds:uri="a1218e33-42f4-419c-a356-87b55791345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124</Words>
  <Application>Microsoft Office PowerPoint</Application>
  <PresentationFormat>Panoramiczny</PresentationFormat>
  <Paragraphs>31</Paragraphs>
  <Slides>6</Slides>
  <Notes>1</Notes>
  <HiddenSlides>0</HiddenSlides>
  <MMClips>0</MMClips>
  <ScaleCrop>false</ScaleCrop>
  <HeadingPairs>
    <vt:vector size="6" baseType="variant">
      <vt:variant>
        <vt:lpstr>Używane czcionki</vt:lpstr>
      </vt:variant>
      <vt:variant>
        <vt:i4>8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6</vt:i4>
      </vt:variant>
    </vt:vector>
  </HeadingPairs>
  <TitlesOfParts>
    <vt:vector size="15" baseType="lpstr">
      <vt:lpstr>Prometo Medium</vt:lpstr>
      <vt:lpstr>Arial</vt:lpstr>
      <vt:lpstr>Calibri</vt:lpstr>
      <vt:lpstr>Prometo XBold</vt:lpstr>
      <vt:lpstr>Prometo Light</vt:lpstr>
      <vt:lpstr>Aptos Light</vt:lpstr>
      <vt:lpstr>Aptos Black </vt:lpstr>
      <vt:lpstr>Raleway Light</vt:lpstr>
      <vt:lpstr>Motiv Office</vt:lpstr>
      <vt:lpstr>Artificial Intelligence</vt:lpstr>
      <vt:lpstr>Agenda</vt:lpstr>
      <vt:lpstr>MODULE 1: BASICS </vt:lpstr>
      <vt:lpstr>MODULE 2: INTERMEDIATE</vt:lpstr>
      <vt:lpstr>MODULE 3: ADVANCED</vt:lpstr>
      <vt:lpstr>Prezentacja programu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Klára Nevřalová</dc:creator>
  <cp:lastModifiedBy>Dariusz Kacban</cp:lastModifiedBy>
  <cp:revision>4</cp:revision>
  <dcterms:created xsi:type="dcterms:W3CDTF">2021-07-26T06:57:59Z</dcterms:created>
  <dcterms:modified xsi:type="dcterms:W3CDTF">2025-11-12T08:41:46Z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0x010100BC6B79D465C3DF4DB04E860C82AA1DD7</vt:lpwstr>
  </property>
  <property fmtid="{D5CDD505-2E9C-101B-9397-08002B2CF9AE}" pid="3" name="MediaServiceImageTags">
    <vt:lpwstr/>
  </property>
</Properties>
</file>